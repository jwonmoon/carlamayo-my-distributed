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인스턴스의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프로세스끼리만 TCP(gRPC)로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5274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A에는 모델도 torch도 없고, B에는 CARLA도 pygame도 없다. 두 호스트가 공유하는 것은 gRPC 계약(.proto)과 실행 결과 폴더 이름(run_id)뿐이다.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다이어그램과 closed-loop 한 사이클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①~④가 약 1초마다 반복된다. 그 사이 시뮬레이터는 10 Hz로 계속 진행하고, 응답(③)은 요청(②)과 같은 gRPC 연결로 돌아온다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pic>
        <p:nvPicPr>
          <p:cNvPr id="6" name="Image 0" descr="spli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9528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3754211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24128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캡처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CARLA가 4대 카메라 최근 4프레임을 클라이언트에 전달 (loopback)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78226" y="4238843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379394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9122" y="3754211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89122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854882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인코딩·전송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89122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JPEG로 압축해 자차 이력·프롬프트와 함께 gRPC 요청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008980" y="4238843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210148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19876" y="3754211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19876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685636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추론·응답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319876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디코딩 → Alpamayo 1.5 → 궤적 64점 + CoT를 같은 연결로 회신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839733" y="4238843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9040901" y="3644483"/>
            <a:ext cx="2602154" cy="1188720"/>
          </a:xfrm>
          <a:prstGeom prst="roundRect">
            <a:avLst>
              <a:gd name="adj" fmla="val 6154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50629" y="3754211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50629" y="37542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516389" y="3735923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PID 제어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9150629" y="4101683"/>
            <a:ext cx="23826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궤적을 따라 조향·가감속 → CARLA tick → 다음 장면. 6초 넘게 오래된 궤적은 폐기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970363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= 운영자 SSH/DCV 접속과 파일 복사(rsync/scp). 실시간 경로는 실선뿐이다.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'공식 노트북의 녹화 클립 재생·평가'에서 '실시간 주행·물리 분리'로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(Hugging Face 스트리밍)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영상(4대, 1080p)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A10G(CARLA 전용) / B: L40S 48 GB(모델 전용). 두 인스턴스 물리 분리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인코딩·디코딩(0.1~0.4 s) + 네트워크 왕복(&lt; 1 ms). 병목은 여전히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A, 모델은 B. 화면에는 카메라 영상 위에 모델이 낸 궤적(빨간 선)과 추론 근거(CoT)가 함께 표시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시뮬레이터는 10 Hz로 계속 돌고, 약 1초마다 새 궤적으로 교체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차량이 차선을 따라가고 교차로에서 회전·정지하는지 관찰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오래된 궤적을 버리고 정지하는 안전장치 확인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2978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5858" y="158191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5858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08778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5858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pygame 창에 자연어 지시 입력 (예: "Turn right in 30m")과 CFG 가중치(예: 1.5) → 다음 추론부터 반영되어 궤적이 바뀜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올리면 지시를 더 강하게 따르는지 비교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VQA: 차량을 세우고 "What is ahead?" 같은 질문 → 모델의 답을 패널에서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조작은 A에서, B는 서버만 켜 둔 상태로 변화 없음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7317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581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83117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80197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기록: 요청 왕복 시간, 서버 추론 시간, 요청 크기, 업로드 대역폭, 궤적 나이, GPU 메모리·사용률, CPU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시간 − 서버 처리 시간 = 네트워크+인코딩 오버헤드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예상: 모델 추론(수 초) ≫ 인코딩(0.1~0.3 s) ≫ 네트워크(&lt; 1 ms). 분리 비용은 작다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표와 그래프로 정리한 요약 보고서 제시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5248656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검증, B 로컬 결과와 일치 확인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78226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379394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9122" y="5248656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9122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854882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489122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운전. 비동기 모드, pygame 화면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08980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0148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19876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19876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85636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19876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자연어 지시·가중치 입력, 궤적 변화 관찰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39733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040901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50629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50629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16389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150629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질문, 모델의 답 확인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한 번만 로드해 상주시키므로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유지(플래그 하나 추가)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9394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2274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0148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3028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93028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40901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3781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223781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9394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62274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62274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93028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40901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3781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23781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2026-10-01T00:20:45Z</dcterms:created>
  <dcterms:modified xsi:type="dcterms:W3CDTF">2026-10-01T00:20:45Z</dcterms:modified>
</cp:coreProperties>
</file>