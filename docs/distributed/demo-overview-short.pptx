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↔ Alpamayo 물리 분리 closed-loop 데모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803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분산 환경 Carlamayo: open-loop · closed-loop · navigation(CFG) · VQA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3931920"/>
            <a:ext cx="1737360" cy="548640"/>
          </a:xfrm>
          <a:prstGeom prst="roundRect">
            <a:avLst>
              <a:gd name="adj" fmla="val 13333"/>
            </a:avLst>
          </a:prstGeom>
          <a:solidFill>
            <a:srgbClr val="2A6FD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39319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(x86)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423160" y="4206240"/>
            <a:ext cx="1371600" cy="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  <a:headEnd type="triangle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2377440" y="37947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TCP / gRPC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931920" y="3931920"/>
            <a:ext cx="2194560" cy="548640"/>
          </a:xfrm>
          <a:prstGeom prst="roundRect">
            <a:avLst>
              <a:gd name="adj" fmla="val 13333"/>
            </a:avLst>
          </a:prstGeom>
          <a:solidFill>
            <a:srgbClr val="E0762B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931920" y="39319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 추론 (GPU)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2026-09-30   ·   발표자: ____________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시스템 구성: 두 인스턴스의 스택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아래부터 AWS 인스턴스 → OS·드라이버 → 런타임 → 모델 → 실행 프로세스. 두 호스트는 맨 위 프로세스끼리만 TCP(gRPC)로 연결된다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1399032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 시뮬레이터 호스트 (x86 필수)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193128" y="1399032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B. 추론 호스트 (GPU: x86 또는 ARM)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783080"/>
            <a:ext cx="1005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050" dirty="0"/>
          </a:p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(프로세스)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95351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93592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런타임 ·</a:t>
            </a:r>
            <a:endParaRPr lang="en-US" sz="1050" dirty="0"/>
          </a:p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라이브러리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535424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OS · 드라이버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157216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 인스턴스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691640" y="5157216"/>
            <a:ext cx="4449928" cy="658368"/>
          </a:xfrm>
          <a:prstGeom prst="rect">
            <a:avLst/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0" y="5157216"/>
            <a:ext cx="4175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g5.2xlarge  ·  x86_64, 8 vCPU, 32 GB RAM  ·  NVIDIA A10G 24 GB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172.31.38.219  ·  보안그룹: VPC 내부 허용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691640" y="4535424"/>
            <a:ext cx="4449928" cy="548640"/>
          </a:xfrm>
          <a:prstGeom prst="rect">
            <a:avLst/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28800" y="4535424"/>
            <a:ext cx="4175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Ubuntu 22.04  ·  NVIDIA 드라이버 + Vulkan (CARLA 렌더링)  ·  NICE DCV 서버 :8443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691640" y="3593592"/>
            <a:ext cx="4449928" cy="868680"/>
          </a:xfrm>
          <a:prstGeom prst="rect">
            <a:avLst/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828800" y="3593592"/>
            <a:ext cx="4175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Unreal Engine 4 (CARLA 0.9.16 바이너리, GPU 약 6 GB)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3.10 venv-sim: carla PythonAPI, grpcio, opencv, pygame, numpy/scipy, psutil, pynvml  —  torch 없음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691640" y="2953512"/>
            <a:ext cx="4449928" cy="566928"/>
          </a:xfrm>
          <a:prstGeom prst="rect">
            <a:avLst/>
          </a:prstGeom>
          <a:solidFill>
            <a:srgbClr val="F7F9F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28800" y="2953512"/>
            <a:ext cx="4175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(모델 없음)  궤적·답변은 B에서 gRPC로 받음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691640" y="1783080"/>
            <a:ext cx="4449928" cy="1097280"/>
          </a:xfrm>
          <a:prstGeom prst="rect">
            <a:avLst/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828800" y="1892808"/>
            <a:ext cx="1882064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901952" y="1892808"/>
            <a:ext cx="17357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CarlaUE4.sh -RenderOffScreen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서버 :2000 (localhost 전용)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4대 1080p, 10 Hz tick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756584" y="2331720"/>
            <a:ext cx="320040" cy="0"/>
          </a:xfrm>
          <a:prstGeom prst="line">
            <a:avLst/>
          </a:prstGeom>
          <a:noFill/>
          <a:ln w="19050">
            <a:solidFill>
              <a:srgbClr val="2A6FDB"/>
            </a:solidFill>
            <a:prstDash val="solid"/>
            <a:headEnd type="triangl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122344" y="1892808"/>
            <a:ext cx="1882064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195496" y="1892808"/>
            <a:ext cx="17357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carlamayo.py --loop closed --async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--inference-server 172.31.20.213:50051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루프 · PID · 리스폰 · 영상 기록 · pygame UI(DCV)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193128" y="5157216"/>
            <a:ext cx="4449928" cy="658368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30288" y="5157216"/>
            <a:ext cx="4175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g6e.xlarge  ·  x86_64, 4 vCPU, 32 GB RAM  ·  NVIDIA L40S 48 GB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172.31.20.213  ·  VRAM만 맞으면 ARM GPU 인스턴스로 교체 가능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93128" y="4535424"/>
            <a:ext cx="4449928" cy="548640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30288" y="4535424"/>
            <a:ext cx="4175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Ubuntu 22.04  ·  NVIDIA 드라이버 (CUDA는 torch 휠에 포함)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193128" y="3593592"/>
            <a:ext cx="4449928" cy="868680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330288" y="3593592"/>
            <a:ext cx="4175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3.12 uv a_venv: torch 2.8 (CUDA 12.x 번들), transformers 4.57,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flash-attn 2.8, bitsandbytes, grpcio + health, opencv, pynvml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193128" y="2953512"/>
            <a:ext cx="4449928" cy="566928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330288" y="2953512"/>
            <a:ext cx="4175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 1.5 가중치 (Hugging Face 캐시, bf16 약 24 GB VRAM)  ·  alpamayo1_5 패키지  ·  HF 토큰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193128" y="1783080"/>
            <a:ext cx="4449928" cy="1097280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30288" y="1892808"/>
            <a:ext cx="2839413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403440" y="1892808"/>
            <a:ext cx="2693109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alpamayo_server.py --version 1.5 --host 172.31.20.213 --port 50051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gRPC: GetModelInfo / Predict / AnswerQuestion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1회 로드 · 워밍업 · 요청 직렬화 · 프로파일러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0261141" y="1892808"/>
            <a:ext cx="1244754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0334293" y="1892808"/>
            <a:ext cx="109845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(선택) Jupyter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노트북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214720" y="2221992"/>
            <a:ext cx="905256" cy="0"/>
          </a:xfrm>
          <a:prstGeom prst="line">
            <a:avLst/>
          </a:prstGeom>
          <a:noFill/>
          <a:ln w="25400">
            <a:solidFill>
              <a:srgbClr val="2A6FDB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 flipH="1">
            <a:off x="6214720" y="2441448"/>
            <a:ext cx="905256" cy="0"/>
          </a:xfrm>
          <a:prstGeom prst="line">
            <a:avLst/>
          </a:prstGeom>
          <a:noFill/>
          <a:ln w="25400">
            <a:solidFill>
              <a:srgbClr val="E0762B"/>
            </a:solidFill>
            <a:prstDash val="solid"/>
            <a:tailEnd type="triangle"/>
          </a:ln>
        </p:spPr>
      </p:sp>
      <p:sp>
        <p:nvSpPr>
          <p:cNvPr id="42" name="Text 40"/>
          <p:cNvSpPr txBox="1"/>
          <p:nvPr/>
        </p:nvSpPr>
        <p:spPr>
          <a:xfrm>
            <a:off x="6123280" y="17647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TCP / gRPC :50051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5940400" y="194767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5~8 MB, ~1 Hz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5940400" y="245973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&lt; 10 KB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214720" y="4809744"/>
            <a:ext cx="905256" cy="0"/>
          </a:xfrm>
          <a:prstGeom prst="line">
            <a:avLst/>
          </a:prstGeom>
          <a:noFill/>
          <a:ln w="12700">
            <a:solidFill>
              <a:srgbClr val="6B7A8C"/>
            </a:solidFill>
            <a:prstDash val="dash"/>
            <a:headEnd type="triangle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5940400" y="451713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SSH · rsync/scp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5952744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A에는 모델도 torch도 없고, B에는 CARLA도 pygame도 없다. 두 호스트가 공유하는 것은 gRPC 계약(.proto)과 실행 결과 폴더 이름(run_id)뿐이다.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전/후 비교: 같은 컴포넌트, 모델 위치만 다르다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그림은 같은 컴포넌트 집합. 달라진 것은 어댑터 상자, 모델 상자의 위치, GPU가 두 호스트로 나뉜 것뿐 (①~④ = closed-loop 한 사이클)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 전 (업스트림 Carlamayo, 단일 호스트): 모델이 클라이언트 프로세스 안에 있고 CARLA와 GPU를 나눠 쓴다</a:t>
            </a:r>
            <a:endParaRPr lang="en-US" sz="1050" dirty="0"/>
          </a:p>
        </p:txBody>
      </p:sp>
      <p:pic>
        <p:nvPicPr>
          <p:cNvPr id="7" name="Image 0" descr="current-deploy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2368" y="1645920"/>
            <a:ext cx="9966960" cy="245360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4264113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 후 (이번 데모): 어댑터가 gRPC 클라이언트로 바뀌고, 모델은 B의 alpamayo_server.py 프로세스에 상주. ② 요청 / ③ 응답이 VPC 안 TCP를 건넌다</a:t>
            </a:r>
            <a:endParaRPr lang="en-US" sz="1050" dirty="0"/>
          </a:p>
        </p:txBody>
      </p:sp>
      <p:pic>
        <p:nvPicPr>
          <p:cNvPr id="9" name="Image 1" descr="split-deploym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368" y="4538433"/>
            <a:ext cx="9966960" cy="191965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Alpamayo open-loop 테스트 환경과의 비교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모델(Alpamayo 1.5)을 '공식 노트북의 녹화 클립 재생·평가'에서 '실시간 주행·물리 분리'로 옮겼다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663440"/>
                <a:gridCol w="50566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Alpamayo open-loop 테스트 (NVIDIA 노트북)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이번 데모: 분산 closed-loop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PhysicalAI-AV 실차 데이터셋 클립 1개 (Hugging Face 스트리밍) 재생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실시간 CARLA 시뮬레이터의 카메라 영상(4대, 1080p)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운전 주체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없음. 예측 궤적을 그림·지표로만 확인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모델. 예측 궤적을 PID 제어기가 실제 조향·가감속에 적용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평가 방식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예측 vs 실제 궤적 minADE, CoC 문장, 궤적 그림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주행 결과 관찰(차선 유지·회전·정지) + navigation/VQA 반응 + 자원 실측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하드웨어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GPU 1대에서 노트북 실행 (bf16 약 24 GB)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A: x86 + A10G(CARLA 전용) / B: L40S 48 GB(모델 전용). 두 인스턴스 물리 분리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지연 구성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추론 시간 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 + JPEG 인코딩·디코딩(0.1~0.4 s) + 네트워크 왕복(&lt; 1 ms). 병목은 여전히 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로드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실행마다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B에서 한 번 로드 후 상주. 클라이언트는 수 초 내 시작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실패 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해당 없음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궤적이 6초보다 오래되면 정지. 클라이언트·CARLA를 재시작해도 서버 유지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데모에서 보여줄 것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물리적으로 떨어진 두 인스턴스에서 자율주행이 '되는지', 조작이 '실시간으로 먹는지', 어디가 '느린지'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3545738" cy="3246120"/>
          </a:xfrm>
          <a:prstGeom prst="roundRect">
            <a:avLst>
              <a:gd name="adj" fmla="val 2254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581912"/>
            <a:ext cx="384048" cy="384048"/>
          </a:xfrm>
          <a:prstGeom prst="ellipse">
            <a:avLst/>
          </a:prstGeom>
          <a:solidFill>
            <a:srgbClr val="2A6FD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581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581912"/>
            <a:ext cx="26770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 분리 closed-loop 자율주행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039112"/>
            <a:ext cx="3179978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CARLA는 A, 모델은 B. 화면에는 카메라 영상 위에 모델이 낸 궤적(빨간 선)과 추론 근거(CoT)가 함께 표시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비동기 모드: 시뮬레이터는 10 Hz로 계속 돌고, 약 1초마다 새 궤적으로 교체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차량이 차선을 따라가고 교차로에서 회전·정지하는지 관찰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네트워크가 끊기면 오래된 궤적을 버리고 정지하는 안전장치 확인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22978" y="1417320"/>
            <a:ext cx="3545738" cy="3246120"/>
          </a:xfrm>
          <a:prstGeom prst="roundRect">
            <a:avLst>
              <a:gd name="adj" fmla="val 2254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05858" y="1581912"/>
            <a:ext cx="384048" cy="384048"/>
          </a:xfrm>
          <a:prstGeom prst="ellipse">
            <a:avLst/>
          </a:prstGeom>
          <a:solidFill>
            <a:srgbClr val="E0762B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05858" y="1581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008778" y="1581912"/>
            <a:ext cx="26770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navigation(CFG)·VQA 실시간 반영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505858" y="2039112"/>
            <a:ext cx="3179978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주행 중 pygame 창에 자연어 지시 입력 (예: "Turn right in 30m")과 CFG 가중치(예: 1.5) → 다음 추론부터 반영되어 궤적이 바뀜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가중치를 올리면 지시를 더 강하게 따르는지 비교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VQA: 차량을 세우고 "What is ahead?" 같은 질문 → 모델의 답을 패널에서 확인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조작은 A에서, B는 서버만 켜 둔 상태로 변화 없음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97317" y="1417320"/>
            <a:ext cx="3545738" cy="3246120"/>
          </a:xfrm>
          <a:prstGeom prst="roundRect">
            <a:avLst>
              <a:gd name="adj" fmla="val 2254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80197" y="1581912"/>
            <a:ext cx="384048" cy="384048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80197" y="1581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783117" y="1581912"/>
            <a:ext cx="26770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자원 데이터로 병목 분석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280197" y="2039112"/>
            <a:ext cx="3179978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실행마다 A·B 양쪽에서 자동 기록: 요청 왕복 시간, 서버 추론 시간, 요청 크기, 업로드 대역폭, 궤적 나이, GPU 메모리·사용률, CPU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왕복 시간 − 서버 처리 시간 = 네트워크+인코딩 오버헤드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예상: 모델 추론(수 초) ≫ 인코딩(0.1~0.3 s) ≫ 네트워크(&lt; 1 ms). 분리 비용은 작다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표와 그래프로 정리한 요약 보고서 제시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846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진행 순서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5138928"/>
            <a:ext cx="2602154" cy="1005840"/>
          </a:xfrm>
          <a:prstGeom prst="roundRect">
            <a:avLst>
              <a:gd name="adj" fmla="val 7273"/>
            </a:avLst>
          </a:prstGeom>
          <a:solidFill>
            <a:srgbClr val="F3F5F8"/>
          </a:solidFill>
          <a:ln w="9525">
            <a:solidFill>
              <a:srgbClr val="1B2A4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8368" y="5248656"/>
            <a:ext cx="310896" cy="310896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8368" y="5248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024128" y="5230368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open-loop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5596128"/>
            <a:ext cx="238269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녹화 데이터 재생으로 원격 추론 경로 검증, B 로컬 결과와 일치 확인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178226" y="5641848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379394" y="5138928"/>
            <a:ext cx="2602154" cy="1005840"/>
          </a:xfrm>
          <a:prstGeom prst="roundRect">
            <a:avLst>
              <a:gd name="adj" fmla="val 7273"/>
            </a:avLst>
          </a:prstGeom>
          <a:solidFill>
            <a:srgbClr val="F3F5F8"/>
          </a:solidFill>
          <a:ln w="9525">
            <a:solidFill>
              <a:srgbClr val="2A6FD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9122" y="5248656"/>
            <a:ext cx="310896" cy="310896"/>
          </a:xfrm>
          <a:prstGeom prst="ellipse">
            <a:avLst/>
          </a:prstGeom>
          <a:solidFill>
            <a:srgbClr val="2A6FD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489122" y="5248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3854882" y="5230368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closed-loop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3489122" y="5596128"/>
            <a:ext cx="238269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실제로 운전. 비동기 모드, pygame 화면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008980" y="5641848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6210148" y="5138928"/>
            <a:ext cx="2602154" cy="1005840"/>
          </a:xfrm>
          <a:prstGeom prst="roundRect">
            <a:avLst>
              <a:gd name="adj" fmla="val 7273"/>
            </a:avLst>
          </a:prstGeom>
          <a:solidFill>
            <a:srgbClr val="F3F5F8"/>
          </a:solidFill>
          <a:ln w="9525">
            <a:solidFill>
              <a:srgbClr val="E076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319876" y="5248656"/>
            <a:ext cx="310896" cy="310896"/>
          </a:xfrm>
          <a:prstGeom prst="ellipse">
            <a:avLst/>
          </a:prstGeom>
          <a:solidFill>
            <a:srgbClr val="E0762B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19876" y="5248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685636" y="5230368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navigation + CFG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6319876" y="5596128"/>
            <a:ext cx="238269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주행 중 자연어 지시·가중치 입력, 궤적 변화 관찰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839733" y="5641848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9040901" y="5138928"/>
            <a:ext cx="2602154" cy="1005840"/>
          </a:xfrm>
          <a:prstGeom prst="roundRect">
            <a:avLst>
              <a:gd name="adj" fmla="val 7273"/>
            </a:avLst>
          </a:prstGeom>
          <a:solidFill>
            <a:srgbClr val="F3F5F8"/>
          </a:solidFill>
          <a:ln w="9525">
            <a:solidFill>
              <a:srgbClr val="E0762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150629" y="5248656"/>
            <a:ext cx="310896" cy="310896"/>
          </a:xfrm>
          <a:prstGeom prst="ellipse">
            <a:avLst/>
          </a:prstGeom>
          <a:solidFill>
            <a:srgbClr val="E0762B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150629" y="5248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9516389" y="5230368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VQA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9150629" y="5596128"/>
            <a:ext cx="238269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정차 후 질문, 모델의 답 확인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시사점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CARLA의 'x86' 요구와 Alpamayo의 '대용량 VRAM' 요구를 서로 다른 인스턴스로 분리해도 closed-loop가 성립함을 입증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432908" cy="201168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627632"/>
            <a:ext cx="384048" cy="384048"/>
          </a:xfrm>
          <a:prstGeom prst="ellipse">
            <a:avLst/>
          </a:prstGeom>
          <a:solidFill>
            <a:srgbClr val="2A6FD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627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627632"/>
            <a:ext cx="45642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분리 입증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084832"/>
            <a:ext cx="506714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CARLA(UE4)는 x86 CPU가 필수이지만 GPU는 6 GB면 충분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Alpamayo는 VRAM 24 GB 이상이 필요하지만 CPU 아키텍처에는 무관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둘을 같은 머신에 두던 제약(양자화·OOM-free 대책)이 사라짐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0148" y="1463040"/>
            <a:ext cx="5432908" cy="201168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93028" y="1627632"/>
            <a:ext cx="384048" cy="384048"/>
          </a:xfrm>
          <a:prstGeom prst="ellipse">
            <a:avLst/>
          </a:prstGeom>
          <a:solidFill>
            <a:srgbClr val="E0762B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93028" y="1627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895948" y="1627632"/>
            <a:ext cx="45642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 선택 유연성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393028" y="2084832"/>
            <a:ext cx="506714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 호스트는 x86/ARM 가리지 않고 VRAM 기준으로만 선택 (ARM Graviton GPU 인스턴스 검토 가능)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모델을 키우거나(Alpamayo 2, 7카메라) 샘플 수·CFG를 늘릴 때 B만 교체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시뮬레이터 호스트는 그대로 유지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703320"/>
            <a:ext cx="5432908" cy="201168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3867912"/>
            <a:ext cx="384048" cy="384048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3867912"/>
            <a:ext cx="45642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최적화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4325112"/>
            <a:ext cx="506714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CARLA와 모델을 함께 담을 초대형 단일 GPU 인스턴스가 필요 없음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 없는 쪽만 정지: open-loop·노트북 실험 때는 A 정지, 데이터 수집 때는 B 정지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모델을 한 번만 로드해 상주시키므로 반복 실험의 대기 시간 감소  [요금 비교: 요금표 확인 후 기입]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10148" y="3703320"/>
            <a:ext cx="5432908" cy="201168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93028" y="3867912"/>
            <a:ext cx="384048" cy="384048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93028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895948" y="3867912"/>
            <a:ext cx="45642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운영·확장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393028" y="4325112"/>
            <a:ext cx="506714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격리: 클라이언트·CARLA를 재시작해도 모델은 그대로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 인터페이스가 계약(.proto)으로 고정되어 다른 모델·다른 시뮬레이터도 같은 방식으로 연결 가능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업스트림 Carlamayo와 같은 명령 체계 유지(플래그 하나 추가)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부록: 용어집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2602154" cy="2240280"/>
          </a:xfrm>
          <a:prstGeom prst="roundRect">
            <a:avLst>
              <a:gd name="adj" fmla="val 3265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490472"/>
            <a:ext cx="22363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CFG (Classifier-Free Guidance)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947672"/>
            <a:ext cx="2236394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자연어 지시를 얼마나 강하게 따를지 정하는 가중치. 지시 있음/없음 두 예측을 섞어 계산하며 값이 클수록 지시를 우선한다. 1.0이 기본, 데모는 1.5. 커질수록 계산량과 VRAM이 늘어난다.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79394" y="1325880"/>
            <a:ext cx="2602154" cy="2240280"/>
          </a:xfrm>
          <a:prstGeom prst="roundRect">
            <a:avLst>
              <a:gd name="adj" fmla="val 3265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62274" y="1490472"/>
            <a:ext cx="22363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VQA (Visual Question Answering)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562274" y="1947672"/>
            <a:ext cx="2236394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영상에 대해 자연어로 질문하면 모델이 텍스트로 답하는 모드. 궤적을 내지 않으므로 차량은 정지한 상태에서 질문하고 답을 확인한다.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0148" y="1325880"/>
            <a:ext cx="2602154" cy="2240280"/>
          </a:xfrm>
          <a:prstGeom prst="roundRect">
            <a:avLst>
              <a:gd name="adj" fmla="val 3265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93028" y="1490472"/>
            <a:ext cx="22363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open-loop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393028" y="1947672"/>
            <a:ext cx="2236394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녹화된 주행 데이터를 재생하며 모델의 예측만 얻는다. 예측이 차량에 영향을 주지 않아 모델 단독 평가와 두 경로(로컬·원격)의 결과 비교에 쓴다.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040901" y="1325880"/>
            <a:ext cx="2602154" cy="2240280"/>
          </a:xfrm>
          <a:prstGeom prst="roundRect">
            <a:avLst>
              <a:gd name="adj" fmla="val 3265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23781" y="1490472"/>
            <a:ext cx="22363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closed-loop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9223781" y="1947672"/>
            <a:ext cx="2236394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낸 궤적을 PID 제어기가 실제 조향·가감속에 적용하고, 그 결과 장면이 다음 입력이 된다. 동기 모드는 추론 중 세계를 멈추고, 비동기(--async) 모드는 세계가 계속 진행된다.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794760"/>
            <a:ext cx="2602154" cy="2240280"/>
          </a:xfrm>
          <a:prstGeom prst="roundRect">
            <a:avLst>
              <a:gd name="adj" fmla="val 3265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3959352"/>
            <a:ext cx="22363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ADE / FDE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4416552"/>
            <a:ext cx="2236394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궤적과 실제 궤적의 평균 거리 오차(Average Displacement Error)와 마지막 점의 오차(Final Displacement Error), 단위 m. 여러 샘플 중 가장 좋은 값을 고르면 minADE.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379394" y="3794760"/>
            <a:ext cx="2602154" cy="2240280"/>
          </a:xfrm>
          <a:prstGeom prst="roundRect">
            <a:avLst>
              <a:gd name="adj" fmla="val 3265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62274" y="3959352"/>
            <a:ext cx="22363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4-bit NF4 양자화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3562274" y="4416552"/>
            <a:ext cx="2236394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가중치를 4비트 NormalFloat 형식으로 저장해 VRAM을 약 1/4로 줄이는 방법(bitsandbytes). 정밀도가 조금 떨어질 수 있다. 24 GB GPU 한 대에서 모델과 CARLA를 함께 돌릴 때 필요했다.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10148" y="3794760"/>
            <a:ext cx="2602154" cy="2240280"/>
          </a:xfrm>
          <a:prstGeom prst="roundRect">
            <a:avLst>
              <a:gd name="adj" fmla="val 3265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93028" y="3959352"/>
            <a:ext cx="22363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OOM-free 모드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393028" y="4416552"/>
            <a:ext cx="2236394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레이어를 CPU 메모리에 두고 필요한 것만 GPU로 옮겨 가며 실행해 VRAM 부족(Out Of Memory)을 피하는 방식. 느리지만 작은 GPU에서도 돈다. Alpamayo 1.5 전용.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040901" y="3794760"/>
            <a:ext cx="2602154" cy="2240280"/>
          </a:xfrm>
          <a:prstGeom prst="roundRect">
            <a:avLst>
              <a:gd name="adj" fmla="val 3265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23781" y="3959352"/>
            <a:ext cx="22363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gRPC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9223781" y="4416552"/>
            <a:ext cx="2236394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HTTP/2와 Protocol Buffers 위에서 동작하는 원격 호출 프레임워크. 메시지 형식을 .proto 파일로 고정해 두 호스트가 같은 계약을 쓰고, 시작 시 버전·설정 불일치를 바로 잡아낸다.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Carlamayo 분산 데모 오버뷰 (요약)</dc:title>
  <dc:subject>PptxGenJS Presentation</dc:subject>
  <dc:creator>Carlamayo distributed demo</dc:creator>
  <cp:lastModifiedBy>Carlamayo distributed demo</cp:lastModifiedBy>
  <cp:revision>1</cp:revision>
  <dcterms:created xsi:type="dcterms:W3CDTF">2026-10-01T00:34:00Z</dcterms:created>
  <dcterms:modified xsi:type="dcterms:W3CDTF">2026-10-01T00:34:00Z</dcterms:modified>
</cp:coreProperties>
</file>