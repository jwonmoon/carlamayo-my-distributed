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↔ Alpamayo 물리 분리 closed-loop 데모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환경 Carlamayo: open-loop · closed-loop · navigation(CFG) · VQA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931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(x86)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4206240"/>
            <a:ext cx="1371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23774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31920" y="3931920"/>
            <a:ext cx="2194560" cy="548640"/>
          </a:xfrm>
          <a:prstGeom prst="roundRect">
            <a:avLst>
              <a:gd name="adj" fmla="val 13333"/>
            </a:avLst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319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추론 (GPU)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2026-09-30   ·   발표자: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시스템 구성: 두 인스턴스로 나눈 closed-loop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CARLA(x86 전용)와 Alpamayo 추론(대용량 VRAM GPU)을 서로 다른 AWS 인스턴스에 두고 TCP(gRPC)로 연결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069080" cy="3017520"/>
          </a:xfrm>
          <a:prstGeom prst="roundRect">
            <a:avLst>
              <a:gd name="adj" fmla="val 3030"/>
            </a:avLst>
          </a:prstGeom>
          <a:solidFill>
            <a:srgbClr val="E8F0FC"/>
          </a:solidFill>
          <a:ln w="19050">
            <a:solidFill>
              <a:srgbClr val="2A6F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813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시뮬레이터 호스트 (x86 필수)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8013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g5.2xlarge · NVIDIA A10G 24 GB · 172.31.38.219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14884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214884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 0.9.16 서버 (UE4)  ·  Town03, NPC 100대, 카메라 4대 1080p, 10 Hz tick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6700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loopback 300~600 MB/s (센서 영상)  ⇅  제어 명령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296265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6265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carlamayo.py 루프 클라이언트  ·  카메라 수집 → 추론 요청 → 궤적 수신 → PID 제어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리스폰, 영상 기록, 프로파일링  (torch 없음)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73989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373989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pygame UI (NICE DCV 세션으로 표시)  ·  카메라·궤적·CoT·프롬프트 입력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73975" y="1371600"/>
            <a:ext cx="4069080" cy="3017520"/>
          </a:xfrm>
          <a:prstGeom prst="roundRect">
            <a:avLst>
              <a:gd name="adj" fmla="val 3030"/>
            </a:avLst>
          </a:prstGeom>
          <a:solidFill>
            <a:srgbClr val="FCEFE4"/>
          </a:solidFill>
          <a:ln w="19050">
            <a:solidFill>
              <a:srgbClr val="E076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56855" y="14813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추론 호스트 (GPU: x86 또는 ARM)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56855" y="18013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실물: g6e.xlarge(x86) · L40S 48 GB · 172.31.20.213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56855" y="2148840"/>
            <a:ext cx="37033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6583" y="2148840"/>
            <a:ext cx="3483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alpamayo_server.py  ·  gRPC :50051, health check, 요청 직렬화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56855" y="2962656"/>
            <a:ext cx="370332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6583" y="2962656"/>
            <a:ext cx="3483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 1.5 상주 (bf16, 약 24 GB VRAM)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로드 후 유지, 워밍업 완료 후 서비스 시작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56855" y="3739896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6583" y="3739896"/>
            <a:ext cx="3483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Hugging Face 캐시 · 토큰 (B에만 존재)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709160" y="192024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TCP / gRPC  (VPC 내부, 보안그룹으로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468880"/>
            <a:ext cx="2773375" cy="0"/>
          </a:xfrm>
          <a:prstGeom prst="line">
            <a:avLst/>
          </a:prstGeom>
          <a:noFill/>
          <a:ln w="25400">
            <a:solidFill>
              <a:srgbClr val="2A6FDB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709160" y="2496312"/>
            <a:ext cx="2773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요청: 카메라 4대×4프레임(JPEG) + 자차 이력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navigation 텍스트·CFG 가중치 / 질문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5~8 MB, 약 1 Hz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4709160" y="3520440"/>
            <a:ext cx="2773375" cy="0"/>
          </a:xfrm>
          <a:prstGeom prst="line">
            <a:avLst/>
          </a:prstGeom>
          <a:noFill/>
          <a:ln w="25400">
            <a:solidFill>
              <a:srgbClr val="E0762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709160" y="35661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응답: 궤적(64점×3D) + CoT / 답변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10 KB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 한 사이클 (약 1초마다 반복, 그 사이 시뮬레이터는 10 Hz로 계속 진행)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캡처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CARLA가 4대 카메라 최근 4프레임을 클라이언트에 전달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612075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13243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22971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22971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288731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인코딩·전송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2922971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JPEG로 압축해 자차 이력·프롬프트와 함께 gRPC 요청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76678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5077846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87574" y="50017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187574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553334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5187574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이미지 디코딩 → Alpamayo 1.5 → 궤적 64점 + CoT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141281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342449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52177" y="5001768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52177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817937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궤적 회신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452177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→ A: 수 KB 응답. 너무 오래된 궤적은 폐기(안전장치)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405884" y="5463540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9607052" y="4892040"/>
            <a:ext cx="2036003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716780" y="5001768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716780" y="5001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10082540" y="4983480"/>
            <a:ext cx="14690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PID 제어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9716780" y="5349240"/>
            <a:ext cx="1816547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궤적을 따라 조향·가감속 → CARLA tick → 다음 장면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Alpamayo open-loop 테스트 환경과의 비교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모델(Alpamayo 1.5)을 '공식 노트북의 녹화 클립 재생·평가'에서 '실시간 주행·물리 분리'로 옮겼다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6634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Alpamayo open-loop 테스트 (NVIDIA 노트북)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데모: 분산 closed-loop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PhysicalAI-AV 실차 데이터셋 클립 1개 (Hugging Face 스트리밍)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 CARLA 시뮬레이터의 카메라 영상(4대, 1080p)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주체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예측 궤적을 그림·지표로만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모델. 예측 궤적을 PID 제어기가 실제 조향·가감속에 적용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vs 실제 궤적 minADE, CoC 문장, 궤적 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주행 결과 관찰(차선 유지·회전·정지) + navigation/VQA 반응 + 자원 실측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1대에서 노트북 실행 (bf16 약 24 GB)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A: x86 + A10G(CARLA 전용) / B: L40S 48 GB(모델 전용). 두 인스턴스 물리 분리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구성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추론 시간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 + JPEG 인코딩·디코딩(0.1~0.4 s) + 네트워크 왕복(&lt; 1 ms). 병목은 여전히 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로드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B에서 한 번 로드 후 상주. 클라이언트는 수 초 내 시작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431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궤적이 6초보다 오래되면 정지. 클라이언트·CARLA를 재시작해도 서버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데모에서 보여줄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물리적으로 떨어진 두 인스턴스에서 자율주행이 '되는지', 조작이 '실시간으로 먹는지', 어디가 '느린지'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8191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분리 closed-loop 자율주행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CARLA는 A, 모델은 B. 화면에는 카메라 영상 위에 모델이 낸 궤적(빨간 선)과 추론 근거(CoT)가 함께 표시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모드: 시뮬레이터는 10 Hz로 계속 돌고, 약 1초마다 새 궤적으로 교체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차량이 차선을 따라가고 교차로에서 회전·정지하는지 관찰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네트워크가 끊기면 오래된 궤적을 버리고 정지하는 안전장치 확인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2978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5858" y="158191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5858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08778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navigation(CFG)·VQA 실시간 반영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5858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pygame 창에 자연어 지시 입력 (예: "Turn right in 30m")과 CFG 가중치(예: 1.5) → 다음 추론부터 반영되어 궤적이 바뀜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올리면 지시를 더 강하게 따르는지 비교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VQA: 차량을 세우고 "What is ahead?" 같은 질문 → 모델의 답을 패널에서 확인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조작은 A에서, B는 서버만 켜 둔 상태로 변화 없음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97317" y="1417320"/>
            <a:ext cx="3545738" cy="32461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0197" y="1581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80197" y="1581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83117" y="1581912"/>
            <a:ext cx="26770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자원 데이터로 병목 분석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80197" y="2039112"/>
            <a:ext cx="317997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실행마다 A·B 양쪽에서 자동 기록: 요청 왕복 시간, 서버 추론 시간, 요청 크기, 업로드 대역폭, 궤적 나이, GPU 메모리·사용률, CPU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시간 − 서버 처리 시간 = 네트워크+인코딩 오버헤드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예상: 모델 추론(수 초) ≫ 인코딩(0.1~0.3 s) ≫ 네트워크(&lt; 1 ms). 분리 비용은 작다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표와 그래프로 정리한 요약 보고서 제시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진행 순서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1B2A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5248656"/>
            <a:ext cx="310896" cy="310896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 데이터 재생으로 원격 추론 경로 검증, B 로컬 결과와 일치 확인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78226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79394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2A6F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9122" y="5248656"/>
            <a:ext cx="310896" cy="310896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89122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854882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489122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실제로 운전. 비동기 모드, pygame 화면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08980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0148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19876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19876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85636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+ CFG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19876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주행 중 자연어 지시·가중치 입력, 궤적 변화 관찰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39733" y="5641848"/>
            <a:ext cx="173736" cy="0"/>
          </a:xfrm>
          <a:prstGeom prst="line">
            <a:avLst/>
          </a:prstGeom>
          <a:noFill/>
          <a:ln w="15875">
            <a:solidFill>
              <a:srgbClr val="6B7A8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040901" y="5138928"/>
            <a:ext cx="2602154" cy="1005840"/>
          </a:xfrm>
          <a:prstGeom prst="roundRect">
            <a:avLst>
              <a:gd name="adj" fmla="val 7273"/>
            </a:avLst>
          </a:prstGeom>
          <a:solidFill>
            <a:srgbClr val="F3F5F8"/>
          </a:solidFill>
          <a:ln w="9525">
            <a:solidFill>
              <a:srgbClr val="E076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50629" y="5248656"/>
            <a:ext cx="310896" cy="310896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50629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16389" y="5230368"/>
            <a:ext cx="20352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150629" y="5596128"/>
            <a:ext cx="23826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정차 후 질문, 모델의 답 확인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시사점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CARLA의 'x86' 요구와 Alpamayo의 '대용량 VRAM' 요구를 서로 다른 인스턴스로 분리해도 closed-loop가 성립함을 입증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2A6FDB"/>
          </a:solidFill>
          <a:ln w="12700">
            <a:solidFill>
              <a:srgbClr val="2A6F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F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분리 입증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CARLA(UE4)는 x86 CPU가 필수이지만 GPU는 6 GB면 충분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Alpamayo는 VRAM 24 GB 이상이 필요하지만 CPU 아키텍처에는 무관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둘을 같은 머신에 두던 제약(양자화·OOM-free 대책)이 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0148" y="146304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3028" y="1627632"/>
            <a:ext cx="384048" cy="384048"/>
          </a:xfrm>
          <a:prstGeom prst="ellipse">
            <a:avLst/>
          </a:prstGeom>
          <a:solidFill>
            <a:srgbClr val="E0762B"/>
          </a:solidFill>
          <a:ln w="12700">
            <a:solidFill>
              <a:srgbClr val="E07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3028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95948" y="162763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선택 유연성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93028" y="208483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호스트는 x86/ARM 가리지 않고 VRAM 기준으로만 선택 (ARM Graviton GPU 인스턴스 검토 가능)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키우거나(Alpamayo 2, 7카메라) 샘플 수·CFG를 늘릴 때 B만 교체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 호스트는 그대로 유지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67912"/>
            <a:ext cx="384048" cy="38404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최적화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CARLA와 모델을 함께 담을 초대형 단일 GPU 인스턴스가 필요 없음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없는 쪽만 정지: open-loop·노트북 실험 때는 A 정지, 데이터 수집 때는 B 정지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한 번만 로드해 상주시키므로 반복 실험의 대기 시간 감소  [요금 비교: 요금표 확인 후 기입]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0148" y="3703320"/>
            <a:ext cx="5432908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93028" y="3867912"/>
            <a:ext cx="384048" cy="384048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9302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95948" y="3867912"/>
            <a:ext cx="45642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운영·확장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325112"/>
            <a:ext cx="506714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격리: 클라이언트·CARLA를 재시작해도 모델은 그대로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인터페이스가 계약(.proto)으로 고정되어 다른 모델·다른 시뮬레이터도 같은 방식으로 연결 가능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업스트림 Carlamayo와 같은 명령 체계 유지(플래그 하나 추가)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부록: 용어집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Carlamayo 분산 데모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CFG (Classifier-Free Guidance)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지시를 얼마나 강하게 따를지 정하는 가중치. 지시 있음/없음 두 예측을 섞어 계산하며 값이 클수록 지시를 우선한다. 1.0이 기본, 데모는 1.5. 커질수록 계산량과 VRAM이 늘어난다.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9394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2274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VQA (Visual Question Answering)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2274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영상에 대해 자연어로 질문하면 모델이 텍스트로 답하는 모드. 궤적을 내지 않으므로 차량은 정지한 상태에서 질문하고 답을 확인한다.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0148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3028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open-loop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393028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녹화된 주행 데이터를 재생하며 모델의 예측만 얻는다. 예측이 차량에 영향을 주지 않아 모델 단독 평가와 두 경로(로컬·원격)의 결과 비교에 쓴다.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40901" y="132588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3781" y="149047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closed-loop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223781" y="194767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낸 궤적을 PID 제어기가 실제 조향·가감속에 적용하고, 그 결과 장면이 다음 입력이 된다. 동기 모드는 추론 중 세계를 멈추고, 비동기(--async) 모드는 세계가 계속 진행된다.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ADE / FDE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궤적과 실제 궤적의 평균 거리 오차(Average Displacement Error)와 마지막 점의 오차(Final Displacement Error), 단위 m. 여러 샘플 중 가장 좋은 값을 고르면 minADE.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9394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62274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4-bit NF4 양자화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62274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가중치를 4비트 NormalFloat 형식으로 저장해 VRAM을 약 1/4로 줄이는 방법(bitsandbytes). 정밀도가 조금 떨어질 수 있다. 24 GB GPU 한 대에서 모델과 CARLA를 함께 돌릴 때 필요했다.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93028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OOM-free 모드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레이어를 CPU 메모리에 두고 필요한 것만 GPU로 옮겨 가며 실행해 VRAM 부족(Out Of Memory)을 피하는 방식. 느리지만 작은 GPU에서도 돈다. Alpamayo 1.5 전용.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40901" y="3794760"/>
            <a:ext cx="2602154" cy="2240280"/>
          </a:xfrm>
          <a:prstGeom prst="roundRect">
            <a:avLst>
              <a:gd name="adj" fmla="val 3265"/>
            </a:avLst>
          </a:prstGeom>
          <a:solidFill>
            <a:srgbClr val="F3F5F8"/>
          </a:solidFill>
          <a:ln w="9525">
            <a:solidFill>
              <a:srgbClr val="D5DB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3781" y="3959352"/>
            <a:ext cx="22363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gRPC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223781" y="4416552"/>
            <a:ext cx="223639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431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HTTP/2와 Protocol Buffers 위에서 동작하는 원격 호출 프레임워크. 메시지 형식을 .proto 파일로 고정해 두 호스트가 같은 계약을 쓰고, 시작 시 버전·설정 불일치를 바로 잡아낸다.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Carlamayo 분산 데모 오버뷰 (요약)</dc:title>
  <dc:subject>PptxGenJS Presentation</dc:subject>
  <dc:creator>Carlamayo distributed demo</dc:creator>
  <cp:lastModifiedBy>Carlamayo distributed demo</cp:lastModifiedBy>
  <cp:revision>1</cp:revision>
  <dcterms:created xsi:type="dcterms:W3CDTF">2026-10-01T00:13:23Z</dcterms:created>
  <dcterms:modified xsi:type="dcterms:W3CDTF">2026-10-01T00:13:23Z</dcterms:modified>
</cp:coreProperties>
</file>