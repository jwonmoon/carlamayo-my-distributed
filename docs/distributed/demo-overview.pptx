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  —  시스템 구성, 보여줄 것, 시사점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환경에서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3639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3639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9359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바뀜. 정차 후 질문하면 모델이 답함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64515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4515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그래프로. 분리 비용이 어디에 얼마나 붙는지 확인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1463040"/>
            <a:ext cx="4007815" cy="4343400"/>
          </a:xfrm>
          <a:prstGeom prst="roundRect">
            <a:avLst>
              <a:gd name="adj" fmla="val 182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0" y="160020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진행 순서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909560" y="2103120"/>
            <a:ext cx="365760" cy="365760"/>
          </a:xfrm>
          <a:prstGeom prst="ellipse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20848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23408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92440" y="24871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2788920"/>
            <a:ext cx="365760" cy="365760"/>
          </a:xfrm>
          <a:prstGeom prst="ellipse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095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7706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30266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 모드, pygame 화면)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92440" y="31729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09560" y="3474720"/>
            <a:ext cx="365760" cy="365760"/>
          </a:xfrm>
          <a:prstGeom prst="ellipse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095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4564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0" y="37124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92440" y="38587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9560" y="4160520"/>
            <a:ext cx="365760" cy="365760"/>
          </a:xfrm>
          <a:prstGeom prst="ellipse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90956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1422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412480" y="43982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092440" y="45445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09560" y="4846320"/>
            <a:ext cx="365760" cy="36576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0956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412480" y="48280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50840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인스턴스의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프로세스끼리만 TCP(gRPC)로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25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옆(A)에 두어 300~600 MB/s의 센서 트래픽을 loopback에 가둔다  ② 모델은 B에서 한 번만 로드해 상주시킨다  ③ 기존 어댑터 인터페이스를 그대로 원격화해 루프 코드는 로컬 모델인지 gRPC인지 모른다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전/후 비교: 같은 컴포넌트, 모델 위치만 다르다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집합. 달라진 것은 어댑터 상자, 모델 상자의 위치, GPU가 두 호스트로 나뉜 것뿐 (①~④ = closed-loop 한 사이클)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 (업스트림 Carlamayo, 단일 호스트): 모델이 클라이언트 프로세스 안에 있고 CARLA와 GPU를 나눠 쓴다</a:t>
            </a:r>
            <a:endParaRPr lang="en-US" sz="105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368" y="1645920"/>
            <a:ext cx="9966960" cy="245360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264113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 (이번 데모): 어댑터가 gRPC 클라이언트로 바뀌고, 모델은 B의 alpamayo_server.py 프로세스에 상주. ② 요청 / ③ 응답이 VPC 안 TCP를 건넌다</a:t>
            </a:r>
            <a:endParaRPr lang="en-US" sz="105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8" y="4538433"/>
            <a:ext cx="9966960" cy="19196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무엇이 오가는가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호출 3종. 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3291840"/>
                <a:gridCol w="3017520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→ B (요청)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→ A (응답)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· 제한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GetModelInfo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시작 시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프로토콜 버전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버전, 카메라 배치, 지원 기능(navigation/VQA), 설정값(프레임 수·이미지 크기·궤적 샘플 수), 워밍업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 KB. 설정이 다르면 시작 거부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 / live-open: 약 1 Hz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open-loop: 프레임마다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4대 × 4프레임(JPEG q95), 자차 이력 16개(위치·회전), 시각 t0, navigation 텍스트 + CFG 가중치, 메타(frame, 프롬프트/리스폰 revision, run_id), 시드(선택)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(샘플 S × 64점 × 3D), CoT 텍스트, 서버 타이밍(디코딩·전처리·추론 초), VRAM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10 KB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120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AnswerQuestion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 질문이 바뀔 때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이미지·이력 +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텍스트(정제·원문)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4 KB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0799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동작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965192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타임아웃·연결 끊김: 오류 출력 후 1초 뒤 재시도 (기존 'Inference error' 경로)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6초보다 오래되면 폐기하고 정지 (--trajectory-max-age-sec, 신규 안전장치)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재시작: 클라이언트는 오류를 찍고 재접속. 모델 재로드 없음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72200" y="4343400"/>
            <a:ext cx="5470855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4507992"/>
            <a:ext cx="5105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 (SSH rsync/scp)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965192"/>
            <a:ext cx="510509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→ B: 녹화 데이터 carla_data/ (open-loop를 B에서 로컬로 돌릴 때)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→ A: 서버 프로파일 CSV (runs/&lt;run_id&gt;/ 같은 이름으로 병합)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포트(2000~2002, 8000)와 HF 토큰은 절대 A 밖으로 나가지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원래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(HF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1371600"/>
                <a:gridCol w="5669280"/>
                <a:gridCol w="31363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볼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76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기동 (1회)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alpamayo_server.py --version 1.5 --host 172.31.20.213 --port 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마지막 줄 SERVING ... warmed_up=True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기동 (1회)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./CarlaUE4.sh -RenderOffScreen -quality-level=Epic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nvidia-smi에서 약 6 GB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open --version 1.5 --data-root carla_data --inference-server 172.31.20.213:50051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위 예측 궤적 mp4. B 로컬 결과와 parity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closed-loop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closed --version 1.5 --async --inference-server 172.31.20.213:50051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pygame 창: 모델이 운전, 빨간 궤적·CoT·상태 패널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navigation + CFG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navigation --navigation-text "Turn right in 30m" --navigation-weight 1.5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 입력창에 텍스트 | 1.5 → Enter → 다음 추론부터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vqa --vqa-question "What is ahead?"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정지, 답은 패널·터미널에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정리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tools/fetch_server_profile.sh &lt;run_id&gt;  →  python tools/analyze_run.py runs/&lt;run_id&gt;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runs/&lt;run_id&gt;/summary.md, plots/*.png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종료.   모든 실행은 runs/&lt;run_id&gt;/ 폴더(영상 2개, args.json, log.txt, 프로파일 CSV)를 남기고 B도 같은 이름의 폴더에 서버 기록을 남긴다.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  물리 분리 환경에서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035040" cy="420624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600200"/>
            <a:ext cx="3931920" cy="393192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3931920" cy="187452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3749040"/>
            <a:ext cx="1005840" cy="1691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651760" y="3749040"/>
            <a:ext cx="1005840" cy="1691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651760" y="3749040"/>
            <a:ext cx="320040" cy="169164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78608" y="536752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1691640" cy="39319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691640"/>
            <a:ext cx="1508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  pending ✓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 keep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and slow before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 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 [ Turn right in 30m | 1.5 ]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  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03720" y="1463040"/>
            <a:ext cx="4739335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1627632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084832"/>
            <a:ext cx="4373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 위의 궤적이 약 1초마다 바뀌고 차가 그 궤적을 따라 조향·가감속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패널의 traj age(궤적 나이)가 0~1 s 대로 유지되고 rtt ≈ 서버 추론 시간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교차로에서 정지·회전, 앞차에 맞춰 감속 (CoT에 근거 문장)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611880"/>
            <a:ext cx="4739335" cy="2057400"/>
          </a:xfrm>
          <a:prstGeom prst="roundRect">
            <a:avLst>
              <a:gd name="adj" fmla="val 355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3776472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4233672"/>
            <a:ext cx="43735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A의 tick은 10 Hz로 계속, 워커 스레드가 JPEG로 압축해 B에 요청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요청을 한 번에 하나씩 처리(모델 락). 응답 궤적은 다음 tick부터 사용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  navigation(CFG)·VQA가 실시간으로 반영되는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10048" cy="3017520"/>
          </a:xfrm>
          <a:prstGeom prst="roundRect">
            <a:avLst>
              <a:gd name="adj" fmla="val 242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50442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권장, 클수록 지시 우선·VRAM 증가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샘플을 여러 개(--num-traj-samples 4) 뽑으면 후보가 흰 선으로 함께 그려짐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417320"/>
            <a:ext cx="5410048" cy="3017520"/>
          </a:xfrm>
          <a:prstGeom prst="roundRect">
            <a:avLst>
              <a:gd name="adj" fmla="val 242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039112"/>
            <a:ext cx="50442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않음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지원하지 않음(범위 밖)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47731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(A)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| 가중치  또는  질문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78226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379394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9122" y="47731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89122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54882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탑재 (A)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489122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gRPC 요청의 navigation_text / weight / question 필드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08980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0148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19876" y="47731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19876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85636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실행 (B)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319876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CFG: 지시 있음·없음 두 예측을 가중 결합 / VQA: 텍스트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839733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40901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50629" y="47731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50629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16389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(A)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50629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교체 → 차가 지시대로 / 답을 패널에 표시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 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기록(--profile 기본 on) → 한 폴더로 모아 표·그래프로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기록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tick별(tick 시간, 속도, 궤적 나이), RPC별(왕복 시간, 인코딩 시간, 요청 크기), 1초마다(CPU, GPU, 송신 bps)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8226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79394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89122" y="148132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89122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54882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기록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489122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요청별(디코딩·전처리·추론 시간, VRAM 사용·피크, GPU 사용률), 1초마다 시스템 자원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08980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0148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19876" y="148132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19876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85636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319876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B의 CSV를 A의 같은 run_id 폴더로 rsync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839733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40901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50629" y="148132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50629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516389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50629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(count/mean/p50/p95/max) + plots (rtt, inference_time, gpu_mem, cpu, net, trajectory_age)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292608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(설계값)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RPC 왕복 시간 (rtt)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A가 요청을 보내고 궤적을 받기까지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추론 시간 (inference_sec)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모델이 도는 시간 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초 (1.5, bf16, 1샘플)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오버헤드 (rtt − server_total)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+ 인코딩 + 직렬화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크기 / 업로드 대역폭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JPEG 16장 + 이력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5~8 MB / 약 50~65 Mbps (1 Hz)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나이 (async)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생성 → 사용까지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VRAM / GPU 사용률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상주 + 추론 피크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24 GB / 추론 중 높음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CPU / GPU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렌더링 + JPEG 인코딩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약 6 GB, CPU 4~8 vCPU 중 일부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4495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50215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아님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 → 클라이언트가 더 자주 요청해도 됨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 → 타임아웃·주기 조정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3008" y="288036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5888" y="304495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VRAM 기준 (공식 값, B = 48 GB)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350215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1샘플: 약 24 GB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16샘플: 약 40 GB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 + CFG: 60 GB 이상 → B에서는 OOM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데모는 1샘플 기본, 후보 궤적 시연은 4~8샘플까지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 한 대였다면 모델과 CARLA를 함께 넣기 위해 4-bit 양자화·OOM-free가 필요했음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대책, venv 3개)이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상주로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유지(--inference-server 플래그 추가)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분리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실행: 네트워크 → fake 서버 → 실제 모델 → open-loop parity → closed-loop → navigation/CFG → VQA → 프로파일 분석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⑩·⑪과 설계 문서 '실측' 절에 기입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41732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상세 실험 후보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03911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 비교: 같은 클라이언트로 서버만 바꿔 측정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86460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네트워크·fake 서버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→ nc/ssh → GPU 없는 fake 서버로 왕복 확인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78226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79394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9122" y="486460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89122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854882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489122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로컬 vs A 원격(raw·JPEG) parity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08980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10148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9876" y="486460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19876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85636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closed-loop·nav·VQA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19876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→ 비동기 → navigation/CFG → VQA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839733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040901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0629" y="486460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0629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516389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프로파일·문서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50629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확인, 설계 문서 '실측' 절과 이 장표에 기입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 용어집 (1/2):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5858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live-open-loop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05858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오토파일럿이 운전하고 모델은 예측 궤적을 화면에 겹쳐 보여주기만 한다. 실제 주행 정책과 모델 예측을 나란히 비교할 때 쓴다.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7317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0197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80197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2978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5858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 age (궤적 나이)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05858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만들어진 시점부터 사용하는 시점까지 흐른 시간. 네트워크나 서버 문제로 6초를 넘으면 궤적을 버리고 정지한다(안전장치).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7317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0197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고유한 결과 폴더 이름(runs/&lt;run_id&gt;/). A가 만들어 첫 요청에 실어 보내므로 B도 같은 이름의 폴더에 서버 기록을 남긴다.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 용어집 (2/2):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5858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05858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7317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0197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80197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2978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5858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05858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7317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0197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NVIDIA의 주행용 비전-언어-행동 모델. 카메라 4대의 최근 4프레임과 자차 이력을 받아 추론 근거(CoT)와 6.4초 궤적을 낸다. 이번 데모의 기본 모델이며 navigation·CFG·VQA를 모두 지원한다.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79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추론 계층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gRPC 계약(alpamayo_inference.proto), 서버(alpamayo_server.py), 원격 어댑터(RemoteAlpamayoAdapter). 기존 어댑터 인터페이스 그대로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torch 디커플링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루프·시각화·추론 유틸에서 torch 직접 사용 제거 → A는 torch 없이 실행(requirements-sim.txt)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폴더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 에 영상·인자·로그·프로파일. run_id를 요청에 실어 B도 같은 폴더명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프로파일링·분석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3개, B 2개 CSV 자동 기록. tools/analyze_run.py → summary.md, plots. compare_predictions.py로 parity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안전장치·UI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최대 나이(6 s) 초과 시 정지. pygame UI 모든 closed-loop 모드 기본 on, live-open에도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옵션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--quantization / --oom-free / --num-traj-samples 는 서버 쪽으로 이동. 클라이언트는 --inference-server, --image-encoding, --jpeg-quality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GPU·CARLA 없이 도는 테스트 55 → 155개 (fake 어댑터·fake CARLA·UI 스모크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720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(docs/distributed/): architecture-analysis.md(현재 구조) · distributed-architecture.md(분리 설계·데이터 교환 명세·프로파일링) · adr/(설계 결정 7건) · cheatsheet.md(인스턴스별 명령) · validation-checklist.md(8단계 검증) · changes-from-upstream.md(변경 표) · alpamayo15-notebooks-guide.md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2026-10-01T00:34:01Z</dcterms:created>
  <dcterms:modified xsi:type="dcterms:W3CDTF">2026-10-01T00:34:01Z</dcterms:modified>
</cp:coreProperties>
</file>